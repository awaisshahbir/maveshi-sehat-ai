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71" r:id="rId8"/>
    <p:sldId id="272" r:id="rId9"/>
    <p:sldId id="264" r:id="rId10"/>
    <p:sldId id="265" r:id="rId11"/>
    <p:sldId id="273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40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786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55448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PashuCare AI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Livestock Health Intelligence Platform for Pakistan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1005840" cy="621792"/>
          </a:xfrm>
          <a:prstGeom prst="rect">
            <a:avLst/>
          </a:prstGeom>
          <a:solidFill>
            <a:srgbClr val="EAF4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92024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44752" y="1920240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Riphah International University Lahore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92024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20240"/>
            <a:ext cx="1005840" cy="621792"/>
          </a:xfrm>
          <a:prstGeom prst="rect">
            <a:avLst/>
          </a:prstGeom>
          <a:solidFill>
            <a:srgbClr val="EAF4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92024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96712" y="1920240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Riphah School of Computing &amp; Innovation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697480"/>
            <a:ext cx="1005840" cy="621792"/>
          </a:xfrm>
          <a:prstGeom prst="rect">
            <a:avLst/>
          </a:prstGeom>
          <a:solidFill>
            <a:srgbClr val="EAF4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69748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44752" y="2697480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Uzma Kiran (Lecturer)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697480"/>
            <a:ext cx="4023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697480"/>
            <a:ext cx="1005840" cy="621792"/>
          </a:xfrm>
          <a:prstGeom prst="rect">
            <a:avLst/>
          </a:prstGeom>
          <a:solidFill>
            <a:srgbClr val="EAF4EE"/>
          </a:solidFill>
          <a:ln w="12700">
            <a:solidFill>
              <a:srgbClr val="C5DF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269748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96712" y="2697480"/>
            <a:ext cx="28529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  |  Final Year Project  | 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Gulraiz Liaqat (50759)  |  Awais Shabbir (51460)  |  Wahib Ali (45438)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2606040" cy="4114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Gulraiz Liaqat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50759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Rgulraiz696@gmail.com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14400"/>
            <a:ext cx="2606040" cy="4114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914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 Shabbir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4630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2336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51460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19659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4688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Cloud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9718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awaiskamboh0810@gmail.com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914400"/>
            <a:ext cx="26060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914400"/>
            <a:ext cx="2606040" cy="4114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9144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Wahib Ali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14630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228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45438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19659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4688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1228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9718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Wahibchoudry78@gmail.com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297680"/>
            <a:ext cx="8321040" cy="4572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Supervisor:  Ms. Uzma Kiran  —  Lecturer | Riphah School of Computing &amp;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" y="1018291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05840"/>
            <a:ext cx="457200" cy="62179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058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03409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325880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1764792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764792"/>
            <a:ext cx="457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7647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4847" y="194692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084832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2523744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523744"/>
            <a:ext cx="45720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52374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697480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284378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282696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92608" y="3282696"/>
            <a:ext cx="457200" cy="62179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28269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4847" y="345643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7733" y="360273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9885" y="4050792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92608" y="4041648"/>
            <a:ext cx="457200" cy="6217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404164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4206824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Mapping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4361688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005840"/>
            <a:ext cx="457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0058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1179576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1325880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1764792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764792"/>
            <a:ext cx="457200" cy="62179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76479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1935869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2084832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523744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523744"/>
            <a:ext cx="457200" cy="62179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52374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84648" y="2688531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2843784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3282696"/>
            <a:ext cx="4251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754880" y="3282696"/>
            <a:ext cx="457200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28269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3456432"/>
            <a:ext cx="3639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(WBS &amp; Gantt)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03520" y="3602736"/>
            <a:ext cx="3639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1024128"/>
            <a:ext cx="2011680" cy="1005840"/>
          </a:xfrm>
          <a:prstGeom prst="rect">
            <a:avLst/>
          </a:prstGeom>
          <a:solidFill>
            <a:srgbClr val="2C7A4B"/>
          </a:solidFill>
          <a:ln w="12700">
            <a:solidFill>
              <a:srgbClr val="C5DF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15910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Pakistan's Agricultural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comes from livestock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1024128"/>
            <a:ext cx="20116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C5DF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5910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directly employed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livestock sector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08576" y="1024128"/>
            <a:ext cx="2011680" cy="1005840"/>
          </a:xfrm>
          <a:prstGeom prst="rect">
            <a:avLst/>
          </a:prstGeom>
          <a:solidFill>
            <a:srgbClr val="2C7A4B"/>
          </a:solidFill>
          <a:ln w="12700">
            <a:solidFill>
              <a:srgbClr val="C5DF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08576" y="15910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cows, buffaloes,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goats, sheep 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66560" y="1024128"/>
            <a:ext cx="201168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C5DFD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02412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1:15K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5910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vet-to-animal ratio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rural Pakistan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2212848"/>
            <a:ext cx="274320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2212848"/>
            <a:ext cx="64008" cy="267004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0428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  About PashuCare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2688336"/>
            <a:ext cx="24871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PashuCare AI is a full-stack, AI platform built specifically for Pakistan's rural farmers. A farmer takes a photo of their animal on smart phone </a:t>
            </a:r>
            <a:r>
              <a:rPr lang="en-US" sz="900" dirty="0" err="1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PashuCare</a:t>
            </a: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instantly detects diseases, estimates body condition, and sends the result with recommended treatment.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72968" y="2212848"/>
            <a:ext cx="274320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212848"/>
            <a:ext cx="64008" cy="2670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30428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Pakistan Needs It Now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2688336"/>
            <a:ext cx="24871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has 200M+ animals but only 1 vet per 15,000 animals in rural areas. Diseases like Foot &amp; Mouth Disease (FMD), Lumpy Skin Disease (LSD), and Mastitis .Detection is still done by manually no AI tool exists for Pakistani rural farmers. Delay  cause animal deaths and income loss.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2212848"/>
            <a:ext cx="2743200" cy="26700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53328" y="2212848"/>
            <a:ext cx="64008" cy="2670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30428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2688336"/>
            <a:ext cx="24871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PashuCare AI works like a digital doctor for animals  available 24/7, works in Urdu &amp; Punjabi, requires only a photo. It detects disease, scores body condition, predicts heat stress, connects to vets online, maintains health records, and lets farmers order medicines , all from one 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&amp; Competitive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377964"/>
              </p:ext>
            </p:extLst>
          </p:nvPr>
        </p:nvGraphicFramePr>
        <p:xfrm>
          <a:off x="292608" y="960120"/>
          <a:ext cx="8778240" cy="36576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Maveshi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Nizi Solutions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Kissanai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PashuCare AI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AI Image-Based Disease Detection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Body Condition Scoring (BCS)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Heat Stress Prediction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Vet Telemedicine Dashboard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Minimal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Minimal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Limited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 Full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AI Chatbot (Urdu/Punjabi)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In-App Medicine Marketplace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Stock only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Enterprise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 In-app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Community Forum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Low-End Device Support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7A4B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D24"/>
                          </a:solidFill>
                        </a:rPr>
                        <a:t>Target Audience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Small farms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Large enterprise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24"/>
                          </a:solidFill>
                        </a:rPr>
                        <a:t>Tech farmers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2D24"/>
                          </a:solidFill>
                        </a:rPr>
                        <a:t>Rural farmers ,farms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87552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12471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" y="112471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Late Disease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581912"/>
            <a:ext cx="24871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detect too late — manual observation with no AI tools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91256" y="987552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91256" y="987552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00984" y="112471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76472" y="112471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No Digital Health Records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581912"/>
            <a:ext cx="24871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history for animals; farmers can't track past treatments or vaccinations.</a:t>
            </a:r>
          </a:p>
        </p:txBody>
      </p:sp>
      <p:sp>
        <p:nvSpPr>
          <p:cNvPr id="18" name="Shape 16"/>
          <p:cNvSpPr/>
          <p:nvPr/>
        </p:nvSpPr>
        <p:spPr>
          <a:xfrm>
            <a:off x="6089904" y="987552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987552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12471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112471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Veterinary Unavailability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4496" y="1581912"/>
            <a:ext cx="24871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1 vet per 15,000 animals in rural Pakistan ,critical delays cost lives and money.</a:t>
            </a:r>
          </a:p>
        </p:txBody>
      </p:sp>
      <p:sp>
        <p:nvSpPr>
          <p:cNvPr id="24" name="Shape 22"/>
          <p:cNvSpPr/>
          <p:nvPr/>
        </p:nvSpPr>
        <p:spPr>
          <a:xfrm>
            <a:off x="292608" y="2953512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2953512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" y="309067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77824" y="309067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Huge Economic Losses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547872"/>
            <a:ext cx="24871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milk yield, higher treatment costs, and increase death rate.</a:t>
            </a:r>
          </a:p>
        </p:txBody>
      </p:sp>
      <p:sp>
        <p:nvSpPr>
          <p:cNvPr id="30" name="Shape 28"/>
          <p:cNvSpPr/>
          <p:nvPr/>
        </p:nvSpPr>
        <p:spPr>
          <a:xfrm>
            <a:off x="3191256" y="2953512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91256" y="2953512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00984" y="309067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00984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76472" y="309067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No Routine Health Checkups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55848" y="3547872"/>
            <a:ext cx="24871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 for regular monitoring ,problems only found when symptoms are severe.</a:t>
            </a:r>
          </a:p>
        </p:txBody>
      </p:sp>
      <p:sp>
        <p:nvSpPr>
          <p:cNvPr id="36" name="Shape 34"/>
          <p:cNvSpPr/>
          <p:nvPr/>
        </p:nvSpPr>
        <p:spPr>
          <a:xfrm>
            <a:off x="6089904" y="2953512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9904" y="2953512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309067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963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75120" y="3090672"/>
            <a:ext cx="2057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Zero AI Solutions for Pakistan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54496" y="3547872"/>
            <a:ext cx="248716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AI-powered livestock health products  and disease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– PashuCare AI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9611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9611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0759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4944" y="98755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Disease Detection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4944" y="135331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vision (ResNet50, MobileNetV2) detects skin infections, swellings, eye discharge from photos. 85%+ accuracy target.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82112" y="89611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89611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130759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02736" y="98755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Condition Scoring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02736" y="135331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assessment of livestock body condition from lateral images — nutritional status &amp; weight estimation without manual weighing.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9904" y="89611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89611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30759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10528" y="98755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Stress Prediction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10528" y="135331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using real-time weather data (THI index), breed type &amp; historical patterns. Issues 24–48 hour advance alerts.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22199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2199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334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" y="23134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Records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" y="267919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per-animal records: disease history, vaccinations, BCS trends &amp; breeding. Smart vaccination reminders via SMS/push.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82112" y="222199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222199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26334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02736" y="23134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Telemedicine Dashboard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02736" y="267919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Veterinarians remotely review AI diagnoses, view health records, conduct video/chat consultations &amp; issue prescriptions.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9904" y="222199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222199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263347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0528" y="23134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Marketplace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10528" y="267919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ordering with JazzCash/Easypaisa payment. Integrated vet prescription workflow. No middlemen — direct to farmers.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54787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54787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95935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" y="363931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(Urdu/Punjabi)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4944" y="400507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conversational chatbot supporting Urdu &amp; Punjabi — removes literacy &amp; language barrier for rural farmers.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82112" y="354787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82112" y="354787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82112" y="395935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02736" y="363931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02736" y="400507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knowledge sharing, regional outbreak alerts &amp; expert vet responses. 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89904" y="3547872"/>
            <a:ext cx="27432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9904" y="3547872"/>
            <a:ext cx="347472" cy="11887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9904" y="395935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10528" y="363931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10528" y="4005072"/>
            <a:ext cx="223113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disease heatmaps, vaccination coverage &amp; outbreak trends for NGOs &amp; government to support national policy.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Mapping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745" y="869004"/>
            <a:ext cx="1965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" y="903213"/>
            <a:ext cx="196596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99789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160" y="144391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4042" y="2011680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 livestock means better milk &amp; meat yields  directly improving food security.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18268" y="869004"/>
            <a:ext cx="1965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4379" y="898511"/>
            <a:ext cx="196596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78611" y="968389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0147" y="1393811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Well-being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8426" y="2041673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 disease spread, promotes healthier animals and safer communities.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59184" y="869004"/>
            <a:ext cx="1965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65295" y="903213"/>
            <a:ext cx="1965960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2999" y="957203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71406" y="1390893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Innovation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74439" y="1963043"/>
            <a:ext cx="1783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AI and mobile tech to modernize Pakistan's agricultural sector.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" y="987552"/>
            <a:ext cx="4251960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87552"/>
            <a:ext cx="4251960" cy="34747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Target Users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389888"/>
            <a:ext cx="40599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medium rural farmers across Pakistan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farm owners and managers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professionals and clinics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agriculture departments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51960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87552"/>
            <a:ext cx="4251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987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Functional Scope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389888"/>
            <a:ext cx="40599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disease detection from animal photos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Condition Scoring from lateral images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stress prediction (24–48 hrs in advance)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per-animal health records &amp; vaccination reminders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telemedicine consultation (video/chat)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medicine ordering (JazzCash/Easypaisa)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 Urdu &amp; Punjabi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 with vet-moderated Q&amp;A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" y="3163824"/>
            <a:ext cx="4251960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3163824"/>
            <a:ext cx="425196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1638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Technical Scope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3566160"/>
            <a:ext cx="40599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mobile app (React Native) — low-end device support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web dashboards (vet &amp; admin)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CNN, ResNet50, MobileNetV2,</a:t>
            </a:r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/ Django REST APIs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MongoDB (records) + PostgreSQL (transactions)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AWS / Azure ,scalable deployment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alerts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3163824"/>
            <a:ext cx="4251960" cy="2066544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63824"/>
            <a:ext cx="425196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1638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Business Scope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566160"/>
            <a:ext cx="405993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 for farmers (monthly/yearly)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licensing for dairy farms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from medicine marketplace orders</a:t>
            </a:r>
            <a:endParaRPr lang="en-US" sz="85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IoT smart collars, milk yield prediction, insurance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Architectural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7560" y="987552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987552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1773936"/>
            <a:ext cx="8558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2139696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" y="2724912"/>
            <a:ext cx="8558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27648" y="3054096"/>
            <a:ext cx="2450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2608" y="4041648"/>
            <a:ext cx="8558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4315968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04B1B0E-C456-871F-5C0B-BF7D6F95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51" r="6060" b="43725"/>
          <a:stretch/>
        </p:blipFill>
        <p:spPr>
          <a:xfrm>
            <a:off x="176981" y="1042415"/>
            <a:ext cx="8298425" cy="38581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Tools &amp; Techniques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694944"/>
            <a:ext cx="8321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011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41148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144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7472" y="1417320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for Farmer mobile app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for Vet &amp; Admin web dashboards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for UI/UX prototyping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41448" y="914400"/>
            <a:ext cx="2011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41448" y="914400"/>
            <a:ext cx="2011680" cy="4114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9144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14600" y="1417320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REST  API for development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for  Authentication &amp; authorization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 for UML &amp; system modeling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914400"/>
            <a:ext cx="2011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914400"/>
            <a:ext cx="20116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144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Image Processing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81728" y="1417320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</a:t>
            </a:r>
            <a:r>
              <a:rPr lang="en-US" sz="900" dirty="0" err="1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ML model training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ResNet50, MobileNetV2  for Disease detection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for Image preprocessing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</a:t>
            </a:r>
            <a:r>
              <a:rPr lang="en-US" sz="900" dirty="0" err="1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AI Chatbot (Urdu/Punjabi)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914400"/>
            <a:ext cx="201168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75704" y="914400"/>
            <a:ext cx="2011680" cy="4114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914400"/>
            <a:ext cx="1901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Cloud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48856" y="1417320"/>
            <a:ext cx="18745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/ PostgreSQL for Health &amp; user records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Azure Blob for Image storage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for Push notifications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JazzCash &amp; </a:t>
            </a:r>
            <a:r>
              <a:rPr lang="en-US" sz="900" dirty="0" err="1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Easypaisa</a:t>
            </a:r>
            <a:r>
              <a:rPr lang="en-US" sz="9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Payments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 Agile Scrum   |  Modular Design  |  Cloud Deployment  |   GitHub Actions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– Work Breakdown Structure (WBS)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978408"/>
            <a:ext cx="1609344" cy="43891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78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 Management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50876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508760"/>
            <a:ext cx="64008" cy="768096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60020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WBS planning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237744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2377440"/>
            <a:ext cx="64008" cy="768096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4688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&amp; scheduling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324612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246120"/>
            <a:ext cx="64008" cy="768096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3375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team meetings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411480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4114800"/>
            <a:ext cx="64008" cy="768096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420624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change management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93392" y="978408"/>
            <a:ext cx="160934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978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Documentation (SRS)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93392" y="150876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993392" y="1508760"/>
            <a:ext cx="64008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60020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93392" y="237744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993392" y="2377440"/>
            <a:ext cx="64008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24688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(Use Case, Class, ER, Sequence)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93392" y="324612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993392" y="3246120"/>
            <a:ext cx="64008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39696" y="33375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survey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993392" y="411480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993392" y="4114800"/>
            <a:ext cx="64008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39696" y="420624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draft &amp; final submission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730752" y="978408"/>
            <a:ext cx="1609344" cy="4389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978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Development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30752" y="150876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30752" y="1508760"/>
            <a:ext cx="64008" cy="76809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77056" y="160020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 &amp; DB design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730752" y="237744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30752" y="2377440"/>
            <a:ext cx="64008" cy="76809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24688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mobile app (React Native)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730752" y="324612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730752" y="3246120"/>
            <a:ext cx="64008" cy="76809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77056" y="33375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&amp; Admin dashboards (React.js)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30752" y="411480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730752" y="4114800"/>
            <a:ext cx="64008" cy="76809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77056" y="420624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training &amp; cloud deployment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68112" y="978408"/>
            <a:ext cx="1609344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978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68112" y="150876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468112" y="1508760"/>
            <a:ext cx="64008" cy="7680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160020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 testing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68112" y="237744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2377440"/>
            <a:ext cx="64008" cy="7680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14416" y="24688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load testing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68112" y="324612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468112" y="3246120"/>
            <a:ext cx="64008" cy="7680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14416" y="33375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(JWT, SQL injection)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468112" y="411480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468112" y="4114800"/>
            <a:ext cx="64008" cy="7680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420624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fixing &amp; UI polish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205472" y="978408"/>
            <a:ext cx="1609344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9480" y="978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Final Submission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205472" y="150876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205472" y="1508760"/>
            <a:ext cx="64008" cy="7680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51776" y="160020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writing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205472" y="237744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205472" y="2377440"/>
            <a:ext cx="64008" cy="7680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51776" y="246888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finalization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205472" y="324612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7205472" y="3246120"/>
            <a:ext cx="64008" cy="7680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51776" y="333756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&amp; admin documentation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205472" y="4114800"/>
            <a:ext cx="1609344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205472" y="4114800"/>
            <a:ext cx="64008" cy="76809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51776" y="4206240"/>
            <a:ext cx="13898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preparation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– Gantt Chart (8 Months / Agile Scrum)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1" name="Text 169"/>
          <p:cNvSpPr/>
          <p:nvPr/>
        </p:nvSpPr>
        <p:spPr>
          <a:xfrm>
            <a:off x="329184" y="48097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73" name="Text 171"/>
          <p:cNvSpPr/>
          <p:nvPr/>
        </p:nvSpPr>
        <p:spPr>
          <a:xfrm>
            <a:off x="2249424" y="480974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3575304" y="519379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3209544" y="5394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Defense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4892040" y="519379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526280" y="5394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Complete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6867144" y="519379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501384" y="5394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Built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8183880" y="5193792"/>
            <a:ext cx="182880" cy="1828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7818120" y="53949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</a:t>
            </a:r>
            <a:endParaRPr lang="en-US" sz="700" dirty="0"/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BD2428A0-4ACA-7DA8-2F1C-EED53D3B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44" y="713232"/>
            <a:ext cx="887188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91440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5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PashuCare AI  —  A Digital Doctor for Pakistan's Livestock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920240"/>
            <a:ext cx="267004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920240"/>
            <a:ext cx="2670048" cy="34747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202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Gulraiz Liaqat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340864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50759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5968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AI Developer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85292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Rgulraiz696@gmail.com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312724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 | Riphah University Lahore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33832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267004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920240"/>
            <a:ext cx="2670048" cy="34747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202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 Shabbir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340864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51460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5968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Cloud Engineer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85292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Awaiskamboh0810@gmail.com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312724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 | Riphah University Lahore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33832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16752" y="1920240"/>
            <a:ext cx="267004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FD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16752" y="1920240"/>
            <a:ext cx="2670048" cy="34747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08192" y="19202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Wahib Ali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08192" y="2340864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45438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08192" y="2596896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DB Engineer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08192" y="285292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Wahibchoudry78@gmail.com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08192" y="3127248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BSSE | Riphah University Lahore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8192" y="338328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4069080"/>
            <a:ext cx="8375904" cy="4114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069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Ms. Uzma Kiran (Lecturer)  |  Questions &amp; Discussion — We welcome your feedback!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Riphah School of Computing &amp; Innovation  |  BSSE  |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1409</Words>
  <Application>Microsoft Office PowerPoint</Application>
  <PresentationFormat>On-screen Show (16:9)</PresentationFormat>
  <Paragraphs>305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PashuCare AI</dc:title>
  <dc:subject>PptxGenJS Presentation</dc:subject>
  <dc:creator>PptxGenJS</dc:creator>
  <cp:lastModifiedBy>GULRAIZ LIAQAT</cp:lastModifiedBy>
  <cp:revision>3</cp:revision>
  <dcterms:created xsi:type="dcterms:W3CDTF">2026-04-07T04:11:03Z</dcterms:created>
  <dcterms:modified xsi:type="dcterms:W3CDTF">2026-04-07T04:58:48Z</dcterms:modified>
</cp:coreProperties>
</file>